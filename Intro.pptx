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8" r:id="rId4"/>
    <p:sldMasterId id="214748369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Urbanist Medium"/>
      <p:regular r:id="rId15"/>
      <p:bold r:id="rId16"/>
      <p:italic r:id="rId17"/>
      <p:boldItalic r:id="rId18"/>
    </p:embeddedFont>
    <p:embeddedFont>
      <p:font typeface="Urbanist SemiBold"/>
      <p:regular r:id="rId19"/>
      <p:bold r:id="rId20"/>
      <p:italic r:id="rId21"/>
      <p:boldItalic r:id="rId22"/>
    </p:embeddedFont>
    <p:embeddedFont>
      <p:font typeface="Lora"/>
      <p:regular r:id="rId23"/>
      <p:bold r:id="rId24"/>
      <p:italic r:id="rId25"/>
      <p:boldItalic r:id="rId26"/>
    </p:embeddedFont>
    <p:embeddedFont>
      <p:font typeface="Urbanist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SemiBold-bold.fntdata"/><Relationship Id="rId22" Type="http://schemas.openxmlformats.org/officeDocument/2006/relationships/font" Target="fonts/UrbanistSemiBold-boldItalic.fntdata"/><Relationship Id="rId21" Type="http://schemas.openxmlformats.org/officeDocument/2006/relationships/font" Target="fonts/UrbanistSemiBold-italic.fntdata"/><Relationship Id="rId24" Type="http://schemas.openxmlformats.org/officeDocument/2006/relationships/font" Target="fonts/Lora-bold.fntdata"/><Relationship Id="rId23" Type="http://schemas.openxmlformats.org/officeDocument/2006/relationships/font" Target="fonts/Lora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Lora-boldItalic.fntdata"/><Relationship Id="rId25" Type="http://schemas.openxmlformats.org/officeDocument/2006/relationships/font" Target="fonts/Lora-italic.fntdata"/><Relationship Id="rId28" Type="http://schemas.openxmlformats.org/officeDocument/2006/relationships/font" Target="fonts/Urbanist-bold.fntdata"/><Relationship Id="rId27" Type="http://schemas.openxmlformats.org/officeDocument/2006/relationships/font" Target="fonts/Urbanist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Urbanist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UrbanistMedium-regular.fntdata"/><Relationship Id="rId14" Type="http://schemas.openxmlformats.org/officeDocument/2006/relationships/slide" Target="slides/slide8.xml"/><Relationship Id="rId17" Type="http://schemas.openxmlformats.org/officeDocument/2006/relationships/font" Target="fonts/UrbanistMedium-italic.fntdata"/><Relationship Id="rId16" Type="http://schemas.openxmlformats.org/officeDocument/2006/relationships/font" Target="fonts/UrbanistMedium-bold.fntdata"/><Relationship Id="rId19" Type="http://schemas.openxmlformats.org/officeDocument/2006/relationships/font" Target="fonts/UrbanistSemiBold-regular.fntdata"/><Relationship Id="rId18" Type="http://schemas.openxmlformats.org/officeDocument/2006/relationships/font" Target="fonts/UrbanistMedium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da0ea1b723_0_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da0ea1b723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da0ea1b723_0_5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da0ea1b723_0_5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da0ea1b723_0_5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3da0ea1b723_0_5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da0ea1b723_0_5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da0ea1b723_0_5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da0ea1b723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3da0ea1b723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da0ea1b723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3da0ea1b723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da0ea1b723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3da0ea1b723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da0ea1b723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3da0ea1b723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2">
            <a:alphaModFix amt="50000"/>
          </a:blip>
          <a:srcRect b="8145" l="3134" r="7835" t="16786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1" name="Google Shape;61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" name="Google Shape;63;p14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64" name="Google Shape;64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" name="Google Shape;65;p14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6" name="Google Shape;66;p14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7" name="Google Shape;67;p14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8" name="Google Shape;68;p14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4" name="Google Shape;74;p15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5" name="Google Shape;75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77" name="Google Shape;77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0" name="Google Shape;80;p16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1" name="Google Shape;81;p1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2" name="Google Shape;82;p1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3" name="Google Shape;83;p1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4" name="Google Shape;84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86" name="Google Shape;86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" name="Google Shape;87;p16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8" name="Google Shape;88;p16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0" name="Google Shape;90;p16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1" name="Google Shape;91;p16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2" name="Google Shape;92;p16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17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8" name="Google Shape;98;p17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9" name="Google Shape;99;p17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1" name="Google Shape;101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03" name="Google Shape;103;p17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7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" name="Google Shape;105;p17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" name="Google Shape;106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9" name="Google Shape;109;p18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18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18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13" name="Google Shape;113;p18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5" name="Google Shape;115;p18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6" name="Google Shape;116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8" name="Google Shape;118;p18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19" name="Google Shape;119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9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3" name="Google Shape;123;p1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4" name="Google Shape;124;p1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5" name="Google Shape;125;p19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26" name="Google Shape;126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" name="Google Shape;127;p19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8" name="Google Shape;128;p19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9" name="Google Shape;129;p19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0" name="Google Shape;130;p19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1" name="Google Shape;131;p19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2" name="Google Shape;132;p19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3" name="Google Shape;133;p19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19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" name="Google Shape;135;p19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6" name="Google Shape;136;p19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19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8" name="Google Shape;138;p19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9" name="Google Shape;139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43" name="Google Shape;143;p20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44" name="Google Shape;144;p20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5" name="Google Shape;145;p20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6" name="Google Shape;146;p20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7" name="Google Shape;147;p20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8" name="Google Shape;148;p20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49" name="Google Shape;149;p20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0" name="Google Shape;150;p20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1" name="Google Shape;151;p20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2" name="Google Shape;152;p20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3" name="Google Shape;153;p20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4" name="Google Shape;154;p20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5" name="Google Shape;155;p20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6" name="Google Shape;156;p20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7" name="Google Shape;157;p20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8" name="Google Shape;158;p20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9" name="Google Shape;159;p20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0" name="Google Shape;160;p20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1" name="Google Shape;161;p20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62" name="Google Shape;162;p20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3" name="Google Shape;163;p20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64" name="Google Shape;164;p2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" name="Google Shape;165;p2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21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70" name="Google Shape;170;p21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1" name="Google Shape;171;p21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2" name="Google Shape;172;p21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3" name="Google Shape;173;p21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74" name="Google Shape;174;p2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2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6" name="Google Shape;176;p2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2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9" name="Google Shape;179;p22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80" name="Google Shape;180;p22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181" name="Google Shape;181;p22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82" name="Google Shape;182;p22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83" name="Google Shape;183;p22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84" name="Google Shape;184;p2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5" name="Google Shape;185;p2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86" name="Google Shape;186;p22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87" name="Google Shape;187;p22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8" name="Google Shape;188;p22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9" name="Google Shape;189;p22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0" name="Google Shape;190;p22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1" name="Google Shape;191;p22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2" name="Google Shape;192;p22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3" name="Google Shape;193;p22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4" name="Google Shape;194;p22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5" name="Google Shape;195;p22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6" name="Google Shape;196;p22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7" name="Google Shape;197;p22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8" name="Google Shape;198;p22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9" name="Google Shape;199;p22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0" name="Google Shape;200;p22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202" name="Google Shape;202;p2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2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206" name="Google Shape;206;p23"/>
          <p:cNvPicPr preferRelativeResize="0"/>
          <p:nvPr/>
        </p:nvPicPr>
        <p:blipFill rotWithShape="1">
          <a:blip r:embed="rId2">
            <a:alphaModFix/>
          </a:blip>
          <a:srcRect b="42245" l="17241" r="25039" t="35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7" name="Google Shape;207;p23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8" name="Google Shape;208;p2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9" name="Google Shape;209;p2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0" name="Google Shape;210;p2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1" name="Google Shape;211;p23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212" name="Google Shape;212;p2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23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23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2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19" name="Google Shape;219;p24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220" name="Google Shape;220;p24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1" name="Google Shape;221;p24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2" name="Google Shape;222;p24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3" name="Google Shape;223;p24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4" name="Google Shape;224;p24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225" name="Google Shape;225;p2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" name="Google Shape;226;p2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7" name="Google Shape;227;p2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0" name="Google Shape;230;p25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1" name="Google Shape;231;p25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2" name="Google Shape;232;p25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3" name="Google Shape;233;p25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4" name="Google Shape;234;p25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5" name="Google Shape;235;p25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6" name="Google Shape;236;p25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7" name="Google Shape;237;p25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8" name="Google Shape;238;p25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39" name="Google Shape;239;p25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0" name="Google Shape;240;p25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1" name="Google Shape;241;p2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2" name="Google Shape;242;p25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243" name="Google Shape;243;p25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" name="Google Shape;244;p25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45" name="Google Shape;245;p2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6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49" name="Google Shape;249;p26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0" name="Google Shape;250;p26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1" name="Google Shape;251;p26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52" name="Google Shape;252;p2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" name="Google Shape;253;p26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4" name="Google Shape;254;p26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5" name="Google Shape;255;p26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6" name="Google Shape;256;p26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7" name="Google Shape;257;p26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8" name="Google Shape;258;p26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9" name="Google Shape;259;p26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60" name="Google Shape;260;p26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1" name="Google Shape;261;p26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2" name="Google Shape;262;p26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63" name="Google Shape;263;p26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4" name="Google Shape;264;p26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5" name="Google Shape;265;p2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2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7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9" name="Google Shape;269;p2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2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1" name="Google Shape;271;p2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2" name="Google Shape;272;p2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3" name="Google Shape;273;p27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4" name="Google Shape;274;p27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75" name="Google Shape;275;p27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6" name="Google Shape;276;p27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7" name="Google Shape;277;p27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78" name="Google Shape;278;p27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9" name="Google Shape;279;p27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0" name="Google Shape;280;p27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1" name="Google Shape;281;p27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2" name="Google Shape;282;p27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3" name="Google Shape;283;p27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4" name="Google Shape;284;p27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5" name="Google Shape;285;p27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6" name="Google Shape;286;p27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7" name="Google Shape;287;p2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8" name="Google Shape;288;p2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8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1" name="Google Shape;291;p28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2" name="Google Shape;292;p28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4" name="Google Shape;294;p28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5" name="Google Shape;295;p2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6" name="Google Shape;296;p28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97" name="Google Shape;297;p28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28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9" name="Google Shape;299;p28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0" name="Google Shape;300;p28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1" name="Google Shape;301;p2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2" name="Google Shape;302;p2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5" name="Google Shape;305;p2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6" name="Google Shape;306;p2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07" name="Google Shape;307;p2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8" name="Google Shape;308;p29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9" name="Google Shape;309;p29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0" name="Google Shape;310;p29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1" name="Google Shape;311;p29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2" name="Google Shape;312;p29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29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4" name="Google Shape;314;p29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5" name="Google Shape;315;p29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6" name="Google Shape;316;p29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317" name="Google Shape;317;p29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" name="Google Shape;318;p29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9" name="Google Shape;319;p29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0" name="Google Shape;320;p29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21" name="Google Shape;321;p29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29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3" name="Google Shape;323;p29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4" name="Google Shape;324;p29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5" name="Google Shape;325;p29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6" name="Google Shape;326;p29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7" name="Google Shape;327;p29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8" name="Google Shape;328;p29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9" name="Google Shape;329;p29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0" name="Google Shape;330;p29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31" name="Google Shape;331;p2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32" name="Google Shape;332;p2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0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35" name="Google Shape;335;p30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36" name="Google Shape;336;p30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37" name="Google Shape;337;p30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38" name="Google Shape;338;p30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9" name="Google Shape;339;p30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40" name="Google Shape;340;p30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1" name="Google Shape;341;p30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2" name="Google Shape;342;p30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43" name="Google Shape;343;p3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4" name="Google Shape;344;p30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5" name="Google Shape;345;p30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6" name="Google Shape;346;p30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7" name="Google Shape;347;p30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8" name="Google Shape;348;p30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9" name="Google Shape;349;p30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0" name="Google Shape;350;p30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1" name="Google Shape;351;p30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2" name="Google Shape;352;p30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3" name="Google Shape;353;p30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54" name="Google Shape;354;p30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5" name="Google Shape;355;p30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6" name="Google Shape;356;p30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7" name="Google Shape;357;p30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8" name="Google Shape;358;p30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59" name="Google Shape;359;p3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0" name="Google Shape;360;p3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1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3" name="Google Shape;363;p31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4" name="Google Shape;364;p31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65" name="Google Shape;365;p3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6" name="Google Shape;366;p3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7" name="Google Shape;367;p3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8" name="Google Shape;368;p31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31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70" name="Google Shape;370;p31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1" name="Google Shape;371;p31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2" name="Google Shape;372;p31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373" name="Google Shape;373;p31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74" name="Google Shape;374;p31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5" name="Google Shape;375;p31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6" name="Google Shape;376;p31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7" name="Google Shape;377;p31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80" name="Google Shape;380;p3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5" name="Google Shape;385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8" name="Google Shape;388;p3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9" name="Google Shape;389;p3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4" name="Google Shape;394;p3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9" name="Google Shape;399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0" name="Google Shape;400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05" name="Google Shape;405;p4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9" name="Google Shape;409;p4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0" name="Google Shape;410;p4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1" name="Google Shape;411;p4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2" name="Google Shape;412;p4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3" name="Google Shape;413;p4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4" name="Google Shape;414;p4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7" name="Google Shape;417;p4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8" name="Google Shape;418;p4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1" name="Google Shape;421;p4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2" name="Google Shape;422;p4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3" name="Google Shape;423;p4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4" name="Google Shape;424;p4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7" name="Google Shape;427;p4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8" name="Google Shape;428;p4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9" name="Google Shape;429;p4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0" name="Google Shape;430;p4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1" name="Google Shape;431;p4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2" name="Google Shape;432;p4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5" name="Google Shape;435;p4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6" name="Google Shape;436;p4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7" name="Google Shape;437;p4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8" name="Google Shape;438;p4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9" name="Google Shape;439;p4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0" name="Google Shape;440;p4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1" name="Google Shape;441;p4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2" name="Google Shape;442;p4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5" name="Google Shape;445;p4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8" name="Google Shape;448;p4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4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4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1" name="Google Shape;451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2" name="Google Shape;452;p4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3" name="Google Shape;453;p4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6" name="Google Shape;456;p5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5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9" name="Google Shape;459;p5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5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1" name="Google Shape;461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2" name="Google Shape;462;p5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3" name="Google Shape;463;p5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4" name="Google Shape;464;p5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5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0" name="Google Shape;470;p5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1" name="Google Shape;471;p5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2" name="Google Shape;472;p5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3" name="Google Shape;473;p5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4" name="Google Shape;474;p5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5" name="Google Shape;475;p5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6" name="Google Shape;476;p5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7" name="Google Shape;477;p5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theme" Target="../theme/theme1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3"/>
          <p:cNvSpPr/>
          <p:nvPr/>
        </p:nvSpPr>
        <p:spPr>
          <a:xfrm>
            <a:off x="228600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483" name="Google Shape;483;p53"/>
          <p:cNvGrpSpPr/>
          <p:nvPr/>
        </p:nvGrpSpPr>
        <p:grpSpPr>
          <a:xfrm>
            <a:off x="228591" y="3127350"/>
            <a:ext cx="233094" cy="233094"/>
            <a:chOff x="259788" y="1923155"/>
            <a:chExt cx="409800" cy="409800"/>
          </a:xfrm>
        </p:grpSpPr>
        <p:sp>
          <p:nvSpPr>
            <p:cNvPr id="484" name="Google Shape;484;p53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85" name="Google Shape;485;p53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86" name="Google Shape;486;p53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7" name="Google Shape;487;p53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488" name="Google Shape;488;p53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Student Performance Intelligence System 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89" name="Google Shape;489;p53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Anirban</a:t>
            </a:r>
            <a:endParaRPr/>
          </a:p>
        </p:txBody>
      </p:sp>
      <p:sp>
        <p:nvSpPr>
          <p:cNvPr id="490" name="Google Shape;490;p53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53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Presented by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54"/>
          <p:cNvSpPr/>
          <p:nvPr/>
        </p:nvSpPr>
        <p:spPr>
          <a:xfrm>
            <a:off x="4618950" y="228600"/>
            <a:ext cx="42969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7" name="Google Shape;497;p54"/>
          <p:cNvSpPr/>
          <p:nvPr/>
        </p:nvSpPr>
        <p:spPr>
          <a:xfrm>
            <a:off x="4618950" y="906375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8" name="Google Shape;498;p54"/>
          <p:cNvSpPr/>
          <p:nvPr/>
        </p:nvSpPr>
        <p:spPr>
          <a:xfrm>
            <a:off x="4618950" y="1584175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9" name="Google Shape;499;p54"/>
          <p:cNvSpPr/>
          <p:nvPr/>
        </p:nvSpPr>
        <p:spPr>
          <a:xfrm>
            <a:off x="4618950" y="2261950"/>
            <a:ext cx="42969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0" name="Google Shape;500;p54"/>
          <p:cNvSpPr/>
          <p:nvPr/>
        </p:nvSpPr>
        <p:spPr>
          <a:xfrm>
            <a:off x="4618950" y="2939750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1" name="Google Shape;501;p54"/>
          <p:cNvSpPr/>
          <p:nvPr/>
        </p:nvSpPr>
        <p:spPr>
          <a:xfrm>
            <a:off x="4618950" y="3617525"/>
            <a:ext cx="42969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2" name="Google Shape;502;p54"/>
          <p:cNvSpPr/>
          <p:nvPr/>
        </p:nvSpPr>
        <p:spPr>
          <a:xfrm rot="-5400000">
            <a:off x="8556505" y="430775"/>
            <a:ext cx="204654" cy="204654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503" name="Google Shape;503;p54"/>
          <p:cNvGrpSpPr/>
          <p:nvPr/>
        </p:nvGrpSpPr>
        <p:grpSpPr>
          <a:xfrm rot="-5400000">
            <a:off x="8616119" y="507483"/>
            <a:ext cx="102477" cy="51238"/>
            <a:chOff x="498725" y="2069800"/>
            <a:chExt cx="205200" cy="102600"/>
          </a:xfrm>
        </p:grpSpPr>
        <p:cxnSp>
          <p:nvCxnSpPr>
            <p:cNvPr id="504" name="Google Shape;504;p54"/>
            <p:cNvCxnSpPr/>
            <p:nvPr/>
          </p:nvCxnSpPr>
          <p:spPr>
            <a:xfrm>
              <a:off x="498725" y="2069800"/>
              <a:ext cx="102600" cy="102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5" name="Google Shape;505;p54"/>
            <p:cNvCxnSpPr/>
            <p:nvPr/>
          </p:nvCxnSpPr>
          <p:spPr>
            <a:xfrm flipH="1">
              <a:off x="601325" y="2069800"/>
              <a:ext cx="102600" cy="102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06" name="Google Shape;506;p54"/>
          <p:cNvSpPr/>
          <p:nvPr/>
        </p:nvSpPr>
        <p:spPr>
          <a:xfrm rot="-5400000">
            <a:off x="8556505" y="1108560"/>
            <a:ext cx="204654" cy="204654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507" name="Google Shape;507;p54"/>
          <p:cNvGrpSpPr/>
          <p:nvPr/>
        </p:nvGrpSpPr>
        <p:grpSpPr>
          <a:xfrm rot="-5400000">
            <a:off x="8616119" y="1185268"/>
            <a:ext cx="102477" cy="51238"/>
            <a:chOff x="498725" y="2069800"/>
            <a:chExt cx="205200" cy="102600"/>
          </a:xfrm>
        </p:grpSpPr>
        <p:cxnSp>
          <p:nvCxnSpPr>
            <p:cNvPr id="508" name="Google Shape;508;p54"/>
            <p:cNvCxnSpPr/>
            <p:nvPr/>
          </p:nvCxnSpPr>
          <p:spPr>
            <a:xfrm>
              <a:off x="498725" y="2069800"/>
              <a:ext cx="102600" cy="102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9" name="Google Shape;509;p54"/>
            <p:cNvCxnSpPr/>
            <p:nvPr/>
          </p:nvCxnSpPr>
          <p:spPr>
            <a:xfrm flipH="1">
              <a:off x="601325" y="2069800"/>
              <a:ext cx="102600" cy="102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10" name="Google Shape;510;p54"/>
          <p:cNvSpPr/>
          <p:nvPr/>
        </p:nvSpPr>
        <p:spPr>
          <a:xfrm rot="-5400000">
            <a:off x="8556505" y="1786345"/>
            <a:ext cx="204654" cy="204654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511" name="Google Shape;511;p54"/>
          <p:cNvGrpSpPr/>
          <p:nvPr/>
        </p:nvGrpSpPr>
        <p:grpSpPr>
          <a:xfrm rot="-5400000">
            <a:off x="8616119" y="1863053"/>
            <a:ext cx="102477" cy="51238"/>
            <a:chOff x="498725" y="2069800"/>
            <a:chExt cx="205200" cy="102600"/>
          </a:xfrm>
        </p:grpSpPr>
        <p:cxnSp>
          <p:nvCxnSpPr>
            <p:cNvPr id="512" name="Google Shape;512;p54"/>
            <p:cNvCxnSpPr/>
            <p:nvPr/>
          </p:nvCxnSpPr>
          <p:spPr>
            <a:xfrm>
              <a:off x="498725" y="2069800"/>
              <a:ext cx="102600" cy="102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3" name="Google Shape;513;p54"/>
            <p:cNvCxnSpPr/>
            <p:nvPr/>
          </p:nvCxnSpPr>
          <p:spPr>
            <a:xfrm flipH="1">
              <a:off x="601325" y="2069800"/>
              <a:ext cx="102600" cy="102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14" name="Google Shape;514;p54"/>
          <p:cNvSpPr/>
          <p:nvPr/>
        </p:nvSpPr>
        <p:spPr>
          <a:xfrm rot="-5400000">
            <a:off x="8556505" y="2464130"/>
            <a:ext cx="204654" cy="204654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515" name="Google Shape;515;p54"/>
          <p:cNvGrpSpPr/>
          <p:nvPr/>
        </p:nvGrpSpPr>
        <p:grpSpPr>
          <a:xfrm rot="-5400000">
            <a:off x="8616119" y="2540838"/>
            <a:ext cx="102477" cy="51238"/>
            <a:chOff x="498725" y="2069800"/>
            <a:chExt cx="205200" cy="102600"/>
          </a:xfrm>
        </p:grpSpPr>
        <p:cxnSp>
          <p:nvCxnSpPr>
            <p:cNvPr id="516" name="Google Shape;516;p54"/>
            <p:cNvCxnSpPr/>
            <p:nvPr/>
          </p:nvCxnSpPr>
          <p:spPr>
            <a:xfrm>
              <a:off x="498725" y="2069800"/>
              <a:ext cx="102600" cy="102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7" name="Google Shape;517;p54"/>
            <p:cNvCxnSpPr/>
            <p:nvPr/>
          </p:nvCxnSpPr>
          <p:spPr>
            <a:xfrm flipH="1">
              <a:off x="601325" y="2069800"/>
              <a:ext cx="102600" cy="102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18" name="Google Shape;518;p54"/>
          <p:cNvSpPr/>
          <p:nvPr/>
        </p:nvSpPr>
        <p:spPr>
          <a:xfrm rot="-5400000">
            <a:off x="8556505" y="3141915"/>
            <a:ext cx="204654" cy="204654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519" name="Google Shape;519;p54"/>
          <p:cNvGrpSpPr/>
          <p:nvPr/>
        </p:nvGrpSpPr>
        <p:grpSpPr>
          <a:xfrm rot="-5400000">
            <a:off x="8616119" y="3218623"/>
            <a:ext cx="102477" cy="51238"/>
            <a:chOff x="498725" y="2069800"/>
            <a:chExt cx="205200" cy="102600"/>
          </a:xfrm>
        </p:grpSpPr>
        <p:cxnSp>
          <p:nvCxnSpPr>
            <p:cNvPr id="520" name="Google Shape;520;p54"/>
            <p:cNvCxnSpPr/>
            <p:nvPr/>
          </p:nvCxnSpPr>
          <p:spPr>
            <a:xfrm>
              <a:off x="498725" y="2069800"/>
              <a:ext cx="102600" cy="102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1" name="Google Shape;521;p54"/>
            <p:cNvCxnSpPr/>
            <p:nvPr/>
          </p:nvCxnSpPr>
          <p:spPr>
            <a:xfrm flipH="1">
              <a:off x="601325" y="2069800"/>
              <a:ext cx="102600" cy="102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22" name="Google Shape;522;p54"/>
          <p:cNvSpPr/>
          <p:nvPr/>
        </p:nvSpPr>
        <p:spPr>
          <a:xfrm rot="-5400000">
            <a:off x="8556505" y="3819700"/>
            <a:ext cx="204654" cy="204654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523" name="Google Shape;523;p54"/>
          <p:cNvGrpSpPr/>
          <p:nvPr/>
        </p:nvGrpSpPr>
        <p:grpSpPr>
          <a:xfrm rot="-5400000">
            <a:off x="8616119" y="3896408"/>
            <a:ext cx="102477" cy="51238"/>
            <a:chOff x="498725" y="2069800"/>
            <a:chExt cx="205200" cy="102600"/>
          </a:xfrm>
        </p:grpSpPr>
        <p:cxnSp>
          <p:nvCxnSpPr>
            <p:cNvPr id="524" name="Google Shape;524;p54"/>
            <p:cNvCxnSpPr/>
            <p:nvPr/>
          </p:nvCxnSpPr>
          <p:spPr>
            <a:xfrm>
              <a:off x="498725" y="2069800"/>
              <a:ext cx="102600" cy="102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5" name="Google Shape;525;p54"/>
            <p:cNvCxnSpPr/>
            <p:nvPr/>
          </p:nvCxnSpPr>
          <p:spPr>
            <a:xfrm flipH="1">
              <a:off x="601325" y="2069800"/>
              <a:ext cx="102600" cy="102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26" name="Google Shape;526;p54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2026r</a:t>
            </a:r>
            <a:endParaRPr/>
          </a:p>
        </p:txBody>
      </p:sp>
      <p:sp>
        <p:nvSpPr>
          <p:cNvPr id="527" name="Google Shape;527;p54"/>
          <p:cNvSpPr txBox="1"/>
          <p:nvPr>
            <p:ph type="title"/>
          </p:nvPr>
        </p:nvSpPr>
        <p:spPr>
          <a:xfrm>
            <a:off x="277500" y="228600"/>
            <a:ext cx="3904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</a:t>
            </a:r>
            <a:endParaRPr/>
          </a:p>
        </p:txBody>
      </p:sp>
      <p:sp>
        <p:nvSpPr>
          <p:cNvPr id="528" name="Google Shape;528;p54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529" name="Google Shape;529;p54"/>
          <p:cNvSpPr txBox="1"/>
          <p:nvPr>
            <p:ph idx="5" type="subTitle"/>
          </p:nvPr>
        </p:nvSpPr>
        <p:spPr>
          <a:xfrm>
            <a:off x="4744575" y="1064088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530" name="Google Shape;530;p54"/>
          <p:cNvSpPr txBox="1"/>
          <p:nvPr>
            <p:ph idx="6" type="subTitle"/>
          </p:nvPr>
        </p:nvSpPr>
        <p:spPr>
          <a:xfrm>
            <a:off x="4744575" y="1741025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531" name="Google Shape;531;p54"/>
          <p:cNvSpPr txBox="1"/>
          <p:nvPr>
            <p:ph idx="7" type="subTitle"/>
          </p:nvPr>
        </p:nvSpPr>
        <p:spPr>
          <a:xfrm>
            <a:off x="4744575" y="2422306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532" name="Google Shape;532;p54"/>
          <p:cNvSpPr txBox="1"/>
          <p:nvPr>
            <p:ph idx="8" type="subTitle"/>
          </p:nvPr>
        </p:nvSpPr>
        <p:spPr>
          <a:xfrm>
            <a:off x="4744575" y="3096606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533" name="Google Shape;533;p54"/>
          <p:cNvSpPr txBox="1"/>
          <p:nvPr>
            <p:ph idx="9" type="subTitle"/>
          </p:nvPr>
        </p:nvSpPr>
        <p:spPr>
          <a:xfrm>
            <a:off x="4744575" y="3770931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534" name="Google Shape;534;p54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535" name="Google Shape;535;p54"/>
          <p:cNvSpPr txBox="1"/>
          <p:nvPr>
            <p:ph idx="14" type="subTitle"/>
          </p:nvPr>
        </p:nvSpPr>
        <p:spPr>
          <a:xfrm>
            <a:off x="5067075" y="1064088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&amp; Structure</a:t>
            </a:r>
            <a:endParaRPr/>
          </a:p>
        </p:txBody>
      </p:sp>
      <p:sp>
        <p:nvSpPr>
          <p:cNvPr id="536" name="Google Shape;536;p54"/>
          <p:cNvSpPr txBox="1"/>
          <p:nvPr>
            <p:ph idx="15" type="subTitle"/>
          </p:nvPr>
        </p:nvSpPr>
        <p:spPr>
          <a:xfrm>
            <a:off x="5067075" y="1741025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Key Assumptions (QB &amp; Dip)</a:t>
            </a:r>
            <a:endParaRPr/>
          </a:p>
        </p:txBody>
      </p:sp>
      <p:sp>
        <p:nvSpPr>
          <p:cNvPr id="537" name="Google Shape;537;p54"/>
          <p:cNvSpPr txBox="1"/>
          <p:nvPr>
            <p:ph idx="16" type="subTitle"/>
          </p:nvPr>
        </p:nvSpPr>
        <p:spPr>
          <a:xfrm>
            <a:off x="5067075" y="2422306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538" name="Google Shape;538;p54"/>
          <p:cNvSpPr txBox="1"/>
          <p:nvPr>
            <p:ph idx="17" type="subTitle"/>
          </p:nvPr>
        </p:nvSpPr>
        <p:spPr>
          <a:xfrm>
            <a:off x="5067075" y="3096606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 / Approach</a:t>
            </a:r>
            <a:endParaRPr/>
          </a:p>
        </p:txBody>
      </p:sp>
      <p:sp>
        <p:nvSpPr>
          <p:cNvPr id="539" name="Google Shape;539;p54"/>
          <p:cNvSpPr txBox="1"/>
          <p:nvPr>
            <p:ph idx="18" type="subTitle"/>
          </p:nvPr>
        </p:nvSpPr>
        <p:spPr>
          <a:xfrm>
            <a:off x="5067075" y="3770931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Outcomes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55"/>
          <p:cNvSpPr txBox="1"/>
          <p:nvPr>
            <p:ph type="title"/>
          </p:nvPr>
        </p:nvSpPr>
        <p:spPr>
          <a:xfrm>
            <a:off x="183425" y="457200"/>
            <a:ext cx="49101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"/>
              <a:t>Problem Statement</a:t>
            </a:r>
            <a:endParaRPr/>
          </a:p>
        </p:txBody>
      </p:sp>
      <p:sp>
        <p:nvSpPr>
          <p:cNvPr id="545" name="Google Shape;545;p55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546" name="Google Shape;546;p55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547" name="Google Shape;547;p55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548" name="Google Shape;548;p55"/>
          <p:cNvSpPr txBox="1"/>
          <p:nvPr/>
        </p:nvSpPr>
        <p:spPr>
          <a:xfrm>
            <a:off x="3020625" y="1801500"/>
            <a:ext cx="77562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We have student marks data…</a:t>
            </a:r>
            <a:endParaRPr sz="24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but we don’t really use it.</a:t>
            </a:r>
            <a:endParaRPr sz="24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No tracking of performance over time  </a:t>
            </a:r>
            <a:endParaRPr sz="24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No way to predict who might struggle  </a:t>
            </a:r>
            <a:endParaRPr sz="24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No clear insights from the data</a:t>
            </a:r>
            <a:endParaRPr sz="24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56"/>
          <p:cNvSpPr txBox="1"/>
          <p:nvPr>
            <p:ph type="title"/>
          </p:nvPr>
        </p:nvSpPr>
        <p:spPr>
          <a:xfrm>
            <a:off x="228600" y="290450"/>
            <a:ext cx="3655800" cy="81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2. Dataset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54" name="Google Shape;554;p56"/>
          <p:cNvSpPr/>
          <p:nvPr/>
        </p:nvSpPr>
        <p:spPr>
          <a:xfrm>
            <a:off x="228600" y="3299625"/>
            <a:ext cx="84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56"/>
          <p:cNvSpPr/>
          <p:nvPr/>
        </p:nvSpPr>
        <p:spPr>
          <a:xfrm>
            <a:off x="4414625" y="1895400"/>
            <a:ext cx="4500900" cy="2563200"/>
          </a:xfrm>
          <a:prstGeom prst="roundRect">
            <a:avLst>
              <a:gd fmla="val 1230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56" name="Google Shape;556;p56"/>
          <p:cNvSpPr txBox="1"/>
          <p:nvPr/>
        </p:nvSpPr>
        <p:spPr>
          <a:xfrm>
            <a:off x="4475575" y="2210975"/>
            <a:ext cx="4433100" cy="19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- Batches: 2018 to 2025  </a:t>
            </a:r>
            <a:endParaRPr b="1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- Around 25–30 students per batch  </a:t>
            </a:r>
            <a:endParaRPr b="1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- Each student → 8 semesters  </a:t>
            </a:r>
            <a:endParaRPr b="1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Data includes:</a:t>
            </a:r>
            <a:endParaRPr b="1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Mid marks, internals, end term, attendance, SGPA</a:t>
            </a:r>
            <a:endParaRPr b="1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57" name="Google Shape;557;p56"/>
          <p:cNvSpPr txBox="1"/>
          <p:nvPr/>
        </p:nvSpPr>
        <p:spPr>
          <a:xfrm>
            <a:off x="228600" y="1103150"/>
            <a:ext cx="650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For now I have used a randomly A.I generated data set </a:t>
            </a:r>
            <a:endParaRPr sz="2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57"/>
          <p:cNvSpPr txBox="1"/>
          <p:nvPr>
            <p:ph type="title"/>
          </p:nvPr>
        </p:nvSpPr>
        <p:spPr>
          <a:xfrm>
            <a:off x="228600" y="290450"/>
            <a:ext cx="4819800" cy="773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Data Structure</a:t>
            </a:r>
            <a:endParaRPr sz="4500"/>
          </a:p>
        </p:txBody>
      </p:sp>
      <p:sp>
        <p:nvSpPr>
          <p:cNvPr id="563" name="Google Shape;563;p57"/>
          <p:cNvSpPr txBox="1"/>
          <p:nvPr>
            <p:ph idx="1" type="subTitle"/>
          </p:nvPr>
        </p:nvSpPr>
        <p:spPr>
          <a:xfrm>
            <a:off x="4525075" y="3157950"/>
            <a:ext cx="3926400" cy="118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Students usually dip in Sem 4–5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Then they recover later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In 2022, Question Bank (QB) started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After QB: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More toppers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Less gap between weak and average students</a:t>
            </a:r>
            <a:endParaRPr/>
          </a:p>
        </p:txBody>
      </p:sp>
      <p:grpSp>
        <p:nvGrpSpPr>
          <p:cNvPr id="564" name="Google Shape;564;p57"/>
          <p:cNvGrpSpPr/>
          <p:nvPr/>
        </p:nvGrpSpPr>
        <p:grpSpPr>
          <a:xfrm rot="5400000">
            <a:off x="4525063" y="3129591"/>
            <a:ext cx="228589" cy="228622"/>
            <a:chOff x="1688332" y="4135245"/>
            <a:chExt cx="338700" cy="338700"/>
          </a:xfrm>
        </p:grpSpPr>
        <p:sp>
          <p:nvSpPr>
            <p:cNvPr id="565" name="Google Shape;565;p57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66" name="Google Shape;566;p57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567" name="Google Shape;567;p57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8" name="Google Shape;568;p57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569" name="Google Shape;569;p57"/>
          <p:cNvSpPr txBox="1"/>
          <p:nvPr/>
        </p:nvSpPr>
        <p:spPr>
          <a:xfrm>
            <a:off x="5840675" y="3490750"/>
            <a:ext cx="332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0" name="Google Shape;570;p57"/>
          <p:cNvSpPr txBox="1"/>
          <p:nvPr/>
        </p:nvSpPr>
        <p:spPr>
          <a:xfrm>
            <a:off x="228600" y="1628050"/>
            <a:ext cx="33249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Each row = one student in one semester  </a:t>
            </a:r>
            <a:endParaRPr sz="19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So same student appears multiple times  </a:t>
            </a:r>
            <a:endParaRPr sz="19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→ because we track them over time</a:t>
            </a:r>
            <a:endParaRPr sz="19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58"/>
          <p:cNvSpPr txBox="1"/>
          <p:nvPr>
            <p:ph type="title"/>
          </p:nvPr>
        </p:nvSpPr>
        <p:spPr>
          <a:xfrm>
            <a:off x="228600" y="290450"/>
            <a:ext cx="4929600" cy="554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3. </a:t>
            </a:r>
            <a:r>
              <a:rPr lang="en" sz="24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Key Assumptions (QB &amp; Dip)</a:t>
            </a:r>
            <a:endParaRPr sz="5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76" name="Google Shape;576;p58"/>
          <p:cNvSpPr txBox="1"/>
          <p:nvPr>
            <p:ph idx="1" type="subTitle"/>
          </p:nvPr>
        </p:nvSpPr>
        <p:spPr>
          <a:xfrm>
            <a:off x="4525075" y="3157950"/>
            <a:ext cx="3926400" cy="118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- See how students perform over time 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- Check if QB actually helped 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- Identify different types of students 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- Try predicting performance</a:t>
            </a:r>
            <a:endParaRPr sz="2000"/>
          </a:p>
        </p:txBody>
      </p:sp>
      <p:grpSp>
        <p:nvGrpSpPr>
          <p:cNvPr id="577" name="Google Shape;577;p58"/>
          <p:cNvGrpSpPr/>
          <p:nvPr/>
        </p:nvGrpSpPr>
        <p:grpSpPr>
          <a:xfrm rot="5400000">
            <a:off x="4525063" y="3129591"/>
            <a:ext cx="228589" cy="228622"/>
            <a:chOff x="1688332" y="4135245"/>
            <a:chExt cx="338700" cy="338700"/>
          </a:xfrm>
        </p:grpSpPr>
        <p:sp>
          <p:nvSpPr>
            <p:cNvPr id="578" name="Google Shape;578;p58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79" name="Google Shape;579;p58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580" name="Google Shape;580;p58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1" name="Google Shape;581;p58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luminous galaxy in space. " id="586" name="Google Shape;586;p59"/>
          <p:cNvPicPr preferRelativeResize="0"/>
          <p:nvPr/>
        </p:nvPicPr>
        <p:blipFill rotWithShape="1">
          <a:blip r:embed="rId3">
            <a:alphaModFix amt="50000"/>
          </a:blip>
          <a:srcRect b="1961" l="0" r="0" t="6840"/>
          <a:stretch/>
        </p:blipFill>
        <p:spPr>
          <a:xfrm>
            <a:off x="0" y="-3250"/>
            <a:ext cx="9144003" cy="4686976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59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latin typeface="Arial"/>
                <a:ea typeface="Arial"/>
                <a:cs typeface="Arial"/>
                <a:sym typeface="Arial"/>
              </a:rPr>
              <a:t>Possible Things We Can </a:t>
            </a:r>
            <a:r>
              <a:rPr b="1" lang="en" sz="1800">
                <a:latin typeface="Arial"/>
                <a:ea typeface="Arial"/>
                <a:cs typeface="Arial"/>
                <a:sym typeface="Arial"/>
              </a:rPr>
              <a:t>Achieve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Understand how student performance changes over semesters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Analyze the effect of the Question Bank (QB) introduced in 2022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Identify different types of students (topper, average, low, late bloomer)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Detect students who might struggle early (early warning system)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Compare performance across different batches (cohort analysis)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Build models to predict SGPA or performance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Group students based on similar performance patterns (clustering)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Explore “what-if” scenarios (e.g., attendance improvement impact)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Generate useful insights from data instead of just storing marks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59"/>
          <p:cNvSpPr txBox="1"/>
          <p:nvPr>
            <p:ph idx="1" type="subTitle"/>
          </p:nvPr>
        </p:nvSpPr>
        <p:spPr>
          <a:xfrm>
            <a:off x="235575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Urbanist"/>
                <a:ea typeface="Urbanist"/>
                <a:cs typeface="Urbanist"/>
                <a:sym typeface="Urbanist"/>
              </a:rPr>
              <a:t>OBJECTIVE</a:t>
            </a:r>
            <a:endParaRPr b="1" sz="2700"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" name="Google Shape;593;p60" title="download (2).png"/>
          <p:cNvPicPr preferRelativeResize="0"/>
          <p:nvPr/>
        </p:nvPicPr>
        <p:blipFill rotWithShape="1">
          <a:blip r:embed="rId3">
            <a:alphaModFix/>
          </a:blip>
          <a:srcRect b="2822" l="0" r="0" t="2812"/>
          <a:stretch/>
        </p:blipFill>
        <p:spPr>
          <a:xfrm>
            <a:off x="4077000" y="2158000"/>
            <a:ext cx="4840200" cy="2282700"/>
          </a:xfrm>
          <a:prstGeom prst="roundRect">
            <a:avLst>
              <a:gd fmla="val 6189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94" name="Google Shape;594;p60" title="download (1).png"/>
          <p:cNvPicPr preferRelativeResize="0"/>
          <p:nvPr/>
        </p:nvPicPr>
        <p:blipFill rotWithShape="1">
          <a:blip r:embed="rId4">
            <a:alphaModFix/>
          </a:blip>
          <a:srcRect b="0" l="6889" r="6889" t="0"/>
          <a:stretch/>
        </p:blipFill>
        <p:spPr>
          <a:xfrm>
            <a:off x="3987750" y="228600"/>
            <a:ext cx="2700000" cy="1859400"/>
          </a:xfrm>
          <a:prstGeom prst="roundRect">
            <a:avLst>
              <a:gd fmla="val 8809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95" name="Google Shape;595;p60" title="download.png"/>
          <p:cNvPicPr preferRelativeResize="0"/>
          <p:nvPr/>
        </p:nvPicPr>
        <p:blipFill rotWithShape="1">
          <a:blip r:embed="rId5">
            <a:alphaModFix/>
          </a:blip>
          <a:srcRect b="0" l="4890" r="4881" t="0"/>
          <a:stretch/>
        </p:blipFill>
        <p:spPr>
          <a:xfrm>
            <a:off x="6752225" y="228675"/>
            <a:ext cx="2164800" cy="1859400"/>
          </a:xfrm>
          <a:prstGeom prst="roundRect">
            <a:avLst>
              <a:gd fmla="val 8765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96" name="Google Shape;596;p60"/>
          <p:cNvSpPr txBox="1"/>
          <p:nvPr>
            <p:ph type="title"/>
          </p:nvPr>
        </p:nvSpPr>
        <p:spPr>
          <a:xfrm>
            <a:off x="162175" y="2158000"/>
            <a:ext cx="3540000" cy="18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Now that we understand the objectives…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Let’s look at what insights we can actually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extract from the data.</a:t>
            </a:r>
            <a:endParaRPr sz="2400"/>
          </a:p>
        </p:txBody>
      </p:sp>
      <p:sp>
        <p:nvSpPr>
          <p:cNvPr id="597" name="Google Shape;597;p60"/>
          <p:cNvSpPr txBox="1"/>
          <p:nvPr>
            <p:ph idx="8" type="subTitle"/>
          </p:nvPr>
        </p:nvSpPr>
        <p:spPr>
          <a:xfrm>
            <a:off x="235575" y="228600"/>
            <a:ext cx="3094200" cy="61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u="sng"/>
              <a:t>What This Data Shows</a:t>
            </a:r>
            <a:endParaRPr sz="2300" u="sng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